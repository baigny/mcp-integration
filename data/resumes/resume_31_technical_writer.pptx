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**NAME**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**NAME**</a:t>
            </a:r>
          </a:p>
          <a:p>
            <a:r>
              <a:t>KELSEY A. WYNTON</a:t>
            </a:r>
          </a:p>
          <a:p>
            <a:r>
              <a:t>**SUMMARY**</a:t>
            </a:r>
          </a:p>
          <a:p>
            <a:r>
              <a:t>Results-driven technical writer with 8 years of experience creating high-quality documentation for software developers. Proven track record of improving documentation processes, increasing developer adoption, and reducing support queries. Skilled in API documentation, Markdown, and developer tools.</a:t>
            </a:r>
          </a:p>
          <a:p>
            <a:r>
              <a:t>**SKILLS**</a:t>
            </a:r>
          </a:p>
          <a:p>
            <a:r>
              <a:t>* API documentation (API-first approach, Swagger/OpenAPI)</a:t>
            </a:r>
          </a:p>
          <a:p>
            <a:r>
              <a:t>* Markdown (writing, editing, and conversion to HTML)</a:t>
            </a:r>
          </a:p>
          <a:p>
            <a:r>
              <a:t>* Developer tools (Jenkins, Git, SVN)</a:t>
            </a:r>
          </a:p>
          <a:p>
            <a:r>
              <a:t>* Editing (grammar, syntax, style)</a:t>
            </a:r>
          </a:p>
          <a:p>
            <a:r>
              <a:t>* Documentation management (confluence, wikis)</a:t>
            </a:r>
          </a:p>
          <a:p>
            <a:r>
              <a:t>* Collaboration tools (Asana, Trello)</a:t>
            </a:r>
          </a:p>
          <a:p>
            <a:r>
              <a:t>* Agile methodologies (Scrum, Kanban)</a:t>
            </a:r>
          </a:p>
          <a:p>
            <a:r>
              <a:t>**EXPERIENCE**</a:t>
            </a:r>
          </a:p>
          <a:p>
            <a:r>
              <a:t>**Senior Technical Writer**</a:t>
            </a:r>
          </a:p>
          <a:p>
            <a:r>
              <a:t>Acme Software Corporation</a:t>
            </a:r>
          </a:p>
          <a:p>
            <a:r>
              <a:t>June 2018 - Present</a:t>
            </a:r>
          </a:p>
          <a:p>
            <a:r>
              <a:t>* Created comprehensive API documentation for Acme's flagship product, resulting in a 30% increase in developer adoption</a:t>
            </a:r>
          </a:p>
          <a:p>
            <a:r>
              <a:t>* Developed and implemented a Markdown-based documentation process, reducing documentation creation time by 50%</a:t>
            </a:r>
          </a:p>
          <a:p>
            <a:r>
              <a:t>* Collaborated with development team to identify and document new features, ensuring seamless onboarding for developers</a:t>
            </a:r>
          </a:p>
          <a:p>
            <a:r>
              <a:t>**Technical Writer**</a:t>
            </a:r>
          </a:p>
          <a:p>
            <a:r>
              <a:t>NovaTech Solutions</a:t>
            </a:r>
          </a:p>
          <a:p>
            <a:r>
              <a:t>February 2015 - June 2018</a:t>
            </a:r>
          </a:p>
          <a:p>
            <a:r>
              <a:t>* Wrote and edited technical documentation for software applications, including user manuals, release notes, and technical guides</a:t>
            </a:r>
          </a:p>
          <a:p>
            <a:r>
              <a:t>* Utilized developer tools (Jenkins, Git) to automate documentation builds and ensure timely publication</a:t>
            </a:r>
          </a:p>
          <a:p>
            <a:r>
              <a:t>* Contributed to the development of NovaTech's documentation style guide, ensuring consistency across documentation</a:t>
            </a:r>
          </a:p>
          <a:p>
            <a:r>
              <a:t>**Documentation Specialist**</a:t>
            </a:r>
          </a:p>
          <a:p>
            <a:r>
              <a:t>CyberSoft Inc.</a:t>
            </a:r>
          </a:p>
          <a:p>
            <a:r>
              <a:t>June 2012 - February 2015</a:t>
            </a:r>
          </a:p>
          <a:p>
            <a:r>
              <a:t>* Assisted in the creation of technical documentation for software applications, including API documentation and user guides</a:t>
            </a:r>
          </a:p>
          <a:p>
            <a:r>
              <a:t>* Edited and reviewed documentation for grammar, syntax, and style, ensuring high-quality output</a:t>
            </a:r>
          </a:p>
          <a:p>
            <a:r>
              <a:t>* Participated in documentation workflow improvements, resulting in a 20% reduction in documentation review time</a:t>
            </a:r>
          </a:p>
          <a:p>
            <a:r>
              <a:t>**EDUCATION**</a:t>
            </a:r>
          </a:p>
          <a:p>
            <a:r>
              <a:t>Bachelor of Science in Technical Communication</a:t>
            </a:r>
          </a:p>
          <a:p>
            <a:r>
              <a:t>New Haven University</a:t>
            </a:r>
          </a:p>
          <a:p>
            <a:r>
              <a:t>2012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