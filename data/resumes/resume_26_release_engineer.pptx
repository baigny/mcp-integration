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NAME</a:t>
            </a:r>
          </a:p>
        </p:txBody>
      </p:sp>
      <p:sp>
        <p:nvSpPr>
          <p:cNvPr id="3" name="Subtitle 2"/>
          <p:cNvSpPr>
            <a:spLocks noGrp="1"/>
          </p:cNvSpPr>
          <p:nvPr>
            <p:ph type="subTitle" idx="1"/>
          </p:nvPr>
        </p:nvSpPr>
        <p:spPr/>
        <p:txBody>
          <a:bodyPr/>
          <a:lstStyle/>
          <a:p>
            <a:r>
              <a:t>ZACHARY J. WYNTON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Results-driven release engineer with 8 years of experience in streamlining software delivery processes. Proven track record of implementing automation tools and scripts to improve efficiency and reduce deployment time. Skilled in cloud infrastructure management and containerization.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SKILLS</a:t>
            </a:r>
          </a:p>
        </p:txBody>
      </p:sp>
      <p:sp>
        <p:nvSpPr>
          <p:cNvPr id="3" name="Content Placeholder 2"/>
          <p:cNvSpPr>
            <a:spLocks noGrp="1"/>
          </p:cNvSpPr>
          <p:nvPr>
            <p:ph idx="1"/>
          </p:nvPr>
        </p:nvSpPr>
        <p:spPr/>
        <p:txBody>
          <a:bodyPr/>
          <a:lstStyle/>
          <a:p>
            <a:r>
              <a:t>* Jenkins and GitLab CI/CD pipeline management</a:t>
            </a:r>
          </a:p>
          <a:p>
            <a:r>
              <a:t>* Docker containerization and orchestration</a:t>
            </a:r>
          </a:p>
          <a:p>
            <a:r>
              <a:t>* AWS cloud infrastructure management (EC2, S3, IAM)</a:t>
            </a:r>
          </a:p>
          <a:p>
            <a:r>
              <a:t>* Scripting languages (Bash, Python)</a:t>
            </a:r>
          </a:p>
          <a:p>
            <a:r>
              <a:t>* Collaboration tools (Slack, Asana)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EXPERIENCE</a:t>
            </a:r>
          </a:p>
        </p:txBody>
      </p:sp>
      <p:sp>
        <p:nvSpPr>
          <p:cNvPr id="3" name="Content Placeholder 2"/>
          <p:cNvSpPr>
            <a:spLocks noGrp="1"/>
          </p:cNvSpPr>
          <p:nvPr>
            <p:ph idx="1"/>
          </p:nvPr>
        </p:nvSpPr>
        <p:spPr/>
        <p:txBody>
          <a:bodyPr/>
          <a:lstStyle/>
          <a:p>
            <a:r>
              <a:t>SOFTWARE ENGINEER, OMEGA TECH (2018-2022)</a:t>
            </a:r>
          </a:p>
          <a:p>
            <a:r>
              <a:t>* Designed and implemented a Jenkins-based CI/CD pipeline for a large-scale e-commerce platform, reducing deployment time by 75%</a:t>
            </a:r>
          </a:p>
          <a:p>
            <a:r>
              <a:t>* Collaborated with the DevOps team to migrate a monolithic application to a microservices architecture using Docker and Kubernetes</a:t>
            </a:r>
          </a:p>
          <a:p>
            <a:r>
              <a:t>* Developed and maintained scripts for automating infrastructure provisioning and configuration on AWS</a:t>
            </a:r>
          </a:p>
          <a:p>
            <a:r>
              <a:t>RELEASE ENGINEER, NOVA SYSTEMS (2015-2018)</a:t>
            </a:r>
          </a:p>
          <a:p>
            <a:r>
              <a:t>* Implemented a GitLab CI/CD pipeline for a cloud-based productivity suite, reducing deployment time by 90%</a:t>
            </a:r>
          </a:p>
          <a:p>
            <a:r>
              <a:t>* Worked with the development team to optimize application performance and scalability using AWS cloud services</a:t>
            </a:r>
          </a:p>
          <a:p>
            <a:r>
              <a:t>* Developed and maintained automation scripts for deploying and updating software on-premises and in the cloud</a:t>
            </a:r>
          </a:p>
          <a:p>
            <a:r>
              <a:t>RELEASE ENGINEER, PULSE TECHNOLOGIES (2012-2015)</a:t>
            </a:r>
          </a:p>
          <a:p>
            <a:r>
              <a:t>* Designed and implemented a Docker-based containerization strategy for a large-scale enterprise application</a:t>
            </a:r>
          </a:p>
          <a:p>
            <a:r>
              <a:t>* Collaborated with the DevOps team to implement a Jenkins-based CI/CD pipeline for a critical business application</a:t>
            </a:r>
          </a:p>
          <a:p>
            <a:r>
              <a:t>* Developed and maintained scripts for automating infrastructure provisioning and configuration on AWS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EDUCATION</a:t>
            </a:r>
          </a:p>
        </p:txBody>
      </p:sp>
      <p:sp>
        <p:nvSpPr>
          <p:cNvPr id="3" name="Content Placeholder 2"/>
          <p:cNvSpPr>
            <a:spLocks noGrp="1"/>
          </p:cNvSpPr>
          <p:nvPr>
            <p:ph idx="1"/>
          </p:nvPr>
        </p:nvSpPr>
        <p:spPr/>
        <p:txBody>
          <a:bodyPr/>
          <a:lstStyle/>
          <a:p>
            <a:r>
              <a:t>BACHELOR OF SCIENCE IN COMPUTER SCIENCE, DELTA UNIVERSITY (2012)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