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AUSTIN JENKINS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Highly motivated and detail-oriented Junior Web Developer with experience in building scalable and efficient web applications using Flask and Python. Proficient in HTML, CSS, and JavaScript, with a strong understanding of front-end and back-end development principles.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HTML5</a:t>
            </a:r>
          </a:p>
          <a:p>
            <a:r>
              <a:t>CSS3</a:t>
            </a:r>
          </a:p>
          <a:p>
            <a:r>
              <a:t>JavaScript</a:t>
            </a:r>
          </a:p>
          <a:p>
            <a:r>
              <a:t>Flask</a:t>
            </a:r>
          </a:p>
          <a:p>
            <a:r>
              <a:t>SQLite</a:t>
            </a:r>
          </a:p>
          <a:p>
            <a:r>
              <a:t>Git</a:t>
            </a:r>
          </a:p>
          <a:p>
            <a:r>
              <a:t>JQuery</a:t>
            </a:r>
          </a:p>
          <a:p>
            <a:r>
              <a:t>Bootstrap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SOFTWARE DEVELOPER, NovaTech (2020-Present)</a:t>
            </a:r>
          </a:p>
          <a:p>
            <a:r>
              <a:t>- Designed and developed multiple web applications using Flask, including a real-time analytics dashboard and a user management system</a:t>
            </a:r>
          </a:p>
          <a:p>
            <a:r>
              <a:t>- Collaborated with cross-functional teams to implement design specifications and ensure timely project delivery</a:t>
            </a:r>
          </a:p>
          <a:p>
            <a:r>
              <a:t>- Implemented data validation and sanitization using JavaScript and Flask-WTF to prevent SQL injection and cross-site scripting attacks</a:t>
            </a:r>
          </a:p>
          <a:p>
            <a:r>
              <a:t>FRONT-END DEVELOPER, PixelPerfect (2018-2020)</a:t>
            </a:r>
          </a:p>
          <a:p>
            <a:r>
              <a:t>- Developed responsive web applications using HTML5, CSS3, and JavaScript, adhering to industry-standard coding best practices</a:t>
            </a:r>
          </a:p>
          <a:p>
            <a:r>
              <a:t>- Utilized CSS preprocessors like Sass to write efficient and modular CSS code</a:t>
            </a:r>
          </a:p>
          <a:p>
            <a:r>
              <a:t>- Collaborated with the design team to implement pixel-perfect designs and ensure consistent branding across all applications</a:t>
            </a:r>
          </a:p>
          <a:p>
            <a:r>
              <a:t>WEB DEVELOPMENT INTERN, CodeCraft (Summer 2019)</a:t>
            </a:r>
          </a:p>
          <a:p>
            <a:r>
              <a:t>- Assisted in the development of a web-based project management tool using Flask and SQLite</a:t>
            </a:r>
          </a:p>
          <a:p>
            <a:r>
              <a:t>- Contributed to the maintenance and improvement of existing codebase, ensuring high performance and scalability</a:t>
            </a:r>
          </a:p>
          <a:p>
            <a:r>
              <a:t>- Participated in code reviews and provided feedback on coding standards and best practices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BACHELOR OF SCIENCE IN COMPUTER SCIENCE, Pacific University (2018)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