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KAIDEN JENKINS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Highly skilled and experienced Platform Engineer with a strong background in designing and maintaining scalable and reliable infrastructure for web applications. Proficient in a range of technologies, with a particular focus on Ruby on Rails and PostgreSQL. Proven ability to work collaboratively with cross-functional teams to resolve complex technical issues.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Ruby on Rails</a:t>
            </a:r>
          </a:p>
          <a:p>
            <a:r>
              <a:t>PostgreSQL</a:t>
            </a:r>
          </a:p>
          <a:p>
            <a:r>
              <a:t>Redis</a:t>
            </a:r>
          </a:p>
          <a:p>
            <a:r>
              <a:t>Sidekiq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</a:t>
            </a:r>
          </a:p>
          <a:p>
            <a:r>
              <a:t>Ansible</a:t>
            </a:r>
          </a:p>
          <a:p>
            <a:r>
              <a:t>Jenkins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ENGINEER, ZENITH SOFTWARE (2018-PRESENT)</a:t>
            </a:r>
          </a:p>
          <a:p>
            <a:r>
              <a:t>- Designed and implemented a highly available PostgreSQL cluster using PostgreSQL replication and failover</a:t>
            </a:r>
          </a:p>
          <a:p>
            <a:r>
              <a:t>- Implemented a Redis-based caching layer to improve application performance and reduce database load</a:t>
            </a:r>
          </a:p>
          <a:p>
            <a:r>
              <a:t>- Collaborated with development team to resolve complex technical issues and optimize application performance</a:t>
            </a:r>
          </a:p>
          <a:p>
            <a:r>
              <a:t>PLATFORM ENGINEER, VISIONARY TECH (2015-2018)</a:t>
            </a:r>
          </a:p>
          <a:p>
            <a:r>
              <a:t>- Migrated a legacy Ruby on Rails application from a single instance to a distributed deployment using Docker and Kubernetes</a:t>
            </a:r>
          </a:p>
          <a:p>
            <a:r>
              <a:t>- Implemented a Sidekiq-based task queue to improve application performance and reduce latency</a:t>
            </a:r>
          </a:p>
          <a:p>
            <a:r>
              <a:t>- Worked with DevOps team to implement a continuous integration and delivery pipeline using Jenkins and Ansible</a:t>
            </a:r>
          </a:p>
          <a:p>
            <a:r>
              <a:t>INFRASTRUCTURE SPECIALIST, LUMINARY CONSULTING (2012-2015)</a:t>
            </a:r>
          </a:p>
          <a:p>
            <a:r>
              <a:t>- Designed and implemented a highly available Linux cluster using Ansible and AWS</a:t>
            </a:r>
          </a:p>
          <a:p>
            <a:r>
              <a:t>- Implemented a monitoring and logging system using ELK stack to improve application visibility and reduce downtime</a:t>
            </a:r>
          </a:p>
          <a:p>
            <a:r>
              <a:t>- Collaborated with development team to resolve complex technical issues and optimize application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Bachelor of Science in Computer Science, AURORA UNIVERSITY (2012)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