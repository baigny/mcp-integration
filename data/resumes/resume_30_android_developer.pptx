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AYMAN KAMAL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motivated and detail-oriented Junior Android Developer with a strong foundation in Kotlin and Java programming languages. Proficient in Android SDK and experienced in integrating REST APIs to build scalable and efficient mobile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Kotlin, Java, Android SDK, REST APIs, Firebase, Retrofit, Glide, Dagger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TechSpark Inc, San Francisco, CA</a:t>
            </a:r>
          </a:p>
          <a:p>
            <a:r>
              <a:t>Jan 2022 - Present</a:t>
            </a:r>
          </a:p>
          <a:p>
            <a:r>
              <a:t>* Designed and developed multiple features for the company's flagship Android app, including a user profile system and a payment gateway integration</a:t>
            </a:r>
          </a:p>
          <a:p>
            <a:r>
              <a:t>* Collaborated with the backend team to implement REST APIs for data exchange and worked with the QA team to ensure smooth testing and deployment</a:t>
            </a:r>
          </a:p>
          <a:p>
            <a:r>
              <a:t>* Utilized Kotlin Coroutines and Dagger to manage app dependencies and improve performance</a:t>
            </a:r>
          </a:p>
          <a:p>
            <a:r>
              <a:t>* Implemented Glide for efficient image loading and caching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ANDROID DEVELOPMENT INTERN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CodeCraft Co, New York, NY</a:t>
            </a:r>
          </a:p>
          <a:p>
            <a:r>
              <a:t>Jun 2021 - Dec 2021</a:t>
            </a:r>
          </a:p>
          <a:p>
            <a:r>
              <a:t>* Participated in the development of a mobile app for a leading e-commerce platform, focusing on features such as product catalog and user reviews</a:t>
            </a:r>
          </a:p>
          <a:p>
            <a:r>
              <a:t>* Contributed to the app's testing and debugging phase, utilizing Android SDK tools and debugging libraries</a:t>
            </a:r>
          </a:p>
          <a:p>
            <a:r>
              <a:t>* Worked closely with the project lead to identify and resolve performance issues and implement optimizations</a:t>
            </a:r>
          </a:p>
          <a:p>
            <a:r>
              <a:t>* Assisted in the integration of REST APIs to fetch data from the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INTERN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TechPro Labs, Los Angeles, CA</a:t>
            </a:r>
          </a:p>
          <a:p>
            <a:r>
              <a:t>Jan 2021 - Jun 2021</a:t>
            </a:r>
          </a:p>
          <a:p>
            <a:r>
              <a:t>* Assisted in the development of a mobile app for a healthcare startup, focusing on features such as patient data management and appointment scheduling</a:t>
            </a:r>
          </a:p>
          <a:p>
            <a:r>
              <a:t>* Contributed to the app's testing and debugging phase, utilizing Android SDK tools and debugging libraries</a:t>
            </a:r>
          </a:p>
          <a:p>
            <a:r>
              <a:t>* Worked closely with the project lead to identify and resolve performance issues and implement optimizations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</a:t>
            </a:r>
          </a:p>
          <a:p>
            <a:r>
              <a:t>Cyberia University,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