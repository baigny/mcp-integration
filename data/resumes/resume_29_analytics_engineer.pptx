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AUSTIN KWAN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Highly skilled Senior Analytics Engineer with 8+ years of experience designing, building, and maintaining large-scale data infrastructure. Proven track record of delivering high-quality data solutions on time and on budget. Expertise in data warehousing, ETL, and data governance.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Snowflake: Architecture, Development, and Optimization</a:t>
            </a:r>
          </a:p>
          <a:p>
            <a:r>
              <a:t>- dbt: Development, Deployment, and Maintenance</a:t>
            </a:r>
          </a:p>
          <a:p>
            <a:r>
              <a:t>- Airflow: DAG Design, Operator Development, and DAG Scheduling</a:t>
            </a:r>
          </a:p>
          <a:p>
            <a:r>
              <a:t>- Python: Data Science, Data Engineering, and Automation</a:t>
            </a:r>
          </a:p>
          <a:p>
            <a:r>
              <a:t>- SQL: Query Optimization, Indexing, and Database Administration</a:t>
            </a:r>
          </a:p>
          <a:p>
            <a:r>
              <a:t>- Data Governance: Data Catalog, Data Lineage, and Data Quality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Senior Analytics Engineer, NovaSpire (2018-Present)</a:t>
            </a:r>
          </a:p>
          <a:p>
            <a:r>
              <a:t>- Designed and developed a Snowflake-based data warehouse for a large e-commerce client, resulting in a 50% reduction in query times</a:t>
            </a:r>
          </a:p>
          <a:p>
            <a:r>
              <a:t>- Implemented dbt to transform and load data from multiple sources into the data warehouse, increasing data quality by 20%</a:t>
            </a:r>
          </a:p>
          <a:p>
            <a:r>
              <a:t>- Collaborated with cross-functional teams to develop a data governance framework, resulting in a 30% reduction in data-related issues</a:t>
            </a:r>
          </a:p>
          <a:p>
            <a:r>
              <a:t>Senior Data Engineer, ApexTech (2015-2018)</a:t>
            </a:r>
          </a:p>
          <a:p>
            <a:r>
              <a:t>- Built and maintained a data pipeline using Airflow, including DAG design, operator development, and DAG scheduling</a:t>
            </a:r>
          </a:p>
          <a:p>
            <a:r>
              <a:t>- Developed a data quality monitoring system using Python and SQL, resulting in a 25% reduction in data-related errors</a:t>
            </a:r>
          </a:p>
          <a:p>
            <a:r>
              <a:t>- Collaborated with data scientists to develop a predictive modeling framework, resulting in a 15% increase in forecasting accuracy</a:t>
            </a:r>
          </a:p>
          <a:p>
            <a:r>
              <a:t>Data Analyst, Zenith Inc. (2012-2015)</a:t>
            </a:r>
          </a:p>
          <a:p>
            <a:r>
              <a:t>- Analyzed sales data to identify trends and opportunities for growth, resulting in a 10% increase in sales revenue</a:t>
            </a:r>
          </a:p>
          <a:p>
            <a:r>
              <a:t>- Developed and maintained a data visualization dashboard using Python and SQL, resulting in a 20% increase in user engagement</a:t>
            </a:r>
          </a:p>
          <a:p>
            <a:r>
              <a:t>- Collaborated with marketing team to develop a data-driven marketing strategy, resulting in a 15% increase in customer acquisition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Bachelor of Science in Computer Science, Pacific University (2012)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