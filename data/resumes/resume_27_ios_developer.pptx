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KAIUS ZACHARIAS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Highly skilled and experienced Senior iOS Developer with a strong background in building scalable and efficient mobile applications. Proven track record of delivering high-quality products on time and exceeding customer expectations.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SKILLS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Swift</a:t>
            </a:r>
          </a:p>
          <a:p>
            <a:r>
              <a:t>SwiftUI</a:t>
            </a:r>
          </a:p>
          <a:p>
            <a:r>
              <a:t>Xcode</a:t>
            </a:r>
          </a:p>
          <a:p>
            <a:r>
              <a:t>Core Data</a:t>
            </a:r>
          </a:p>
          <a:p>
            <a:r>
              <a:t>API Integration (REST, GraphQL)</a:t>
            </a:r>
          </a:p>
          <a:p>
            <a:r>
              <a:t>iOS Frameworks (UIKit, SpriteKit)</a:t>
            </a:r>
          </a:p>
          <a:p>
            <a:r>
              <a:t>Version Control (Git)</a:t>
            </a:r>
          </a:p>
          <a:p>
            <a:r>
              <a:t>Agile Methodologies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Senior iOS Developer</a:t>
            </a:r>
          </a:p>
          <a:p>
            <a:r>
              <a:t>TechnoNova Inc.</a:t>
            </a:r>
          </a:p>
          <a:p>
            <a:r>
              <a:t>2020 - Present</a:t>
            </a:r>
          </a:p>
          <a:p>
            <a:r>
              <a:t>- Designed and developed multiple mobile applications using Swift and SwiftUI, resulting in a 25% increase in user engagement and a 30% reduction in development time</a:t>
            </a:r>
          </a:p>
          <a:p>
            <a:r>
              <a:t>- Collaborated with cross-functional teams to integrate APIs and implement data storage using Core Data</a:t>
            </a:r>
          </a:p>
          <a:p>
            <a:r>
              <a:t>- Mentored junior developers to improve code quality and reduce technical debt</a:t>
            </a:r>
          </a:p>
          <a:p>
            <a:r>
              <a:t>Senior iOS Engineer</a:t>
            </a:r>
          </a:p>
          <a:p>
            <a:r>
              <a:t>Apex Mobile Solutions</a:t>
            </a:r>
          </a:p>
          <a:p>
            <a:r>
              <a:t>2018 - 2020</a:t>
            </a:r>
          </a:p>
          <a:p>
            <a:r>
              <a:t>- Led the development of a mobile banking app using Swift and UIKit, achieving a 99.9% uptime and a 95% customer satisfaction rating</a:t>
            </a:r>
          </a:p>
          <a:p>
            <a:r>
              <a:t>- Implemented a robust authentication system using OAuth and JWT tokens</a:t>
            </a:r>
          </a:p>
          <a:p>
            <a:r>
              <a:t>- Conducted code reviews and provided technical guidance to junior engineers</a:t>
            </a:r>
          </a:p>
          <a:p>
            <a:r>
              <a:t>iOS Developer</a:t>
            </a:r>
          </a:p>
          <a:p>
            <a:r>
              <a:t>DigitalWave Inc.</a:t>
            </a:r>
          </a:p>
          <a:p>
            <a:r>
              <a:t>2016 - 2018</a:t>
            </a:r>
          </a:p>
          <a:p>
            <a:r>
              <a:t>- Contributed to the development of a music streaming app using Swift and Core Data, resulting in a 50% increase in user retention</a:t>
            </a:r>
          </a:p>
          <a:p>
            <a:r>
              <a:t>- Integrated APIs to retrieve and display music metadata, including album art and song information</a:t>
            </a:r>
          </a:p>
          <a:p>
            <a:r>
              <a:t>- Participated in daily stand-ups and sprint planning to ensure timely delivery of features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EDUCATION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Bachelor of Science in Computer Science</a:t>
            </a:r>
          </a:p>
          <a:p>
            <a:r>
              <a:t>NovaTech University</a:t>
            </a:r>
          </a:p>
          <a:p>
            <a:r>
              <a:t>2016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