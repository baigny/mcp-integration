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KAYDEN L. VALENTINE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Results-driven Senior Solutions Architect with 10+ years of experience designing and implementing scalable, secure, and efficient cloud-based systems. Proven track record of driving business growth through innovative solutions and exceptional client service. Skilled in cloud architecture, system design, and microservices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Computing: AWS (S3, EC2, Lambda, SNS, SQS, API Gateway)</a:t>
            </a:r>
          </a:p>
          <a:p>
            <a:r>
              <a:t>Programming Languages: Java, Python, C#, JavaScript</a:t>
            </a:r>
          </a:p>
          <a:p>
            <a:r>
              <a:t>Containerization: Docker, Kubernetes</a:t>
            </a:r>
          </a:p>
          <a:p>
            <a:r>
              <a:t>Operating Systems: Windows, Linux, macOS</a:t>
            </a:r>
          </a:p>
          <a:p>
            <a:r>
              <a:t>Database Management: Relational (MySQL, PostgreSQL) and NoSQL (MongoDB, Cassandra)</a:t>
            </a:r>
          </a:p>
          <a:p>
            <a:r>
              <a:t>System Design: Microservices, Event-Driven Architecture, Service-Oriented Architecture</a:t>
            </a:r>
          </a:p>
          <a:p>
            <a:r>
              <a:t>Agile Methodologies: Scrum, Kanban</a:t>
            </a:r>
          </a:p>
          <a:p>
            <a:r>
              <a:t>Client Consulting: Solution Selling, Requirements Gathering, Solution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Principal Solutions Architect, NovaTech (2018-Present)</a:t>
            </a:r>
          </a:p>
          <a:p>
            <a:r>
              <a:t>- Designed and implemented a scalable cloud-based e-commerce platform for a major retail client, resulting in a 30% increase in sales</a:t>
            </a:r>
          </a:p>
          <a:p>
            <a:r>
              <a:t>- Collaborated with cross-functional teams to develop a cloud-first strategy for the company, resulting in a 25% reduction in costs</a:t>
            </a:r>
          </a:p>
          <a:p>
            <a:r>
              <a:t>- Provided technical leadership and guidance to junior architects and engineers on cloud-based system design and implementation</a:t>
            </a:r>
          </a:p>
          <a:p>
            <a:r>
              <a:t>Senior Solutions Architect, Apex Solutions (2015-2018)</a:t>
            </a:r>
          </a:p>
          <a:p>
            <a:r>
              <a:t>- Led the design and implementation of a microservices-based architecture for a major financial services client, resulting in a 40% increase in system uptime</a:t>
            </a:r>
          </a:p>
          <a:p>
            <a:r>
              <a:t>- Developed and delivered cloud-based training programs for clients, resulting in a 90% satisfaction rate</a:t>
            </a:r>
          </a:p>
          <a:p>
            <a:r>
              <a:t>- Collaborated with sales teams to develop and deliver customized solution proposals, resulting in a 25% increase in sales</a:t>
            </a:r>
          </a:p>
          <a:p>
            <a:r>
              <a:t>Senior Cloud Architect, Zeta Corporation (2012-2015)</a:t>
            </a:r>
          </a:p>
          <a:p>
            <a:r>
              <a:t>- Designed and implemented a cloud-based disaster recovery solution for a major healthcare client, resulting in a 99.9% uptime rate</a:t>
            </a:r>
          </a:p>
          <a:p>
            <a:r>
              <a:t>- Developed and maintained cloud-based system documentation and standards, resulting in a 25% reduction in support requests</a:t>
            </a:r>
          </a:p>
          <a:p>
            <a:r>
              <a:t>- Collaborated with DevOps teams to develop and implement automated testing and deployment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 of Science in Computer Science, Aurora University (2012)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